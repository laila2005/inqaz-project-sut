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8B0000"/>
                </a:solidFill>
              </a:defRPr>
            </a:pPr>
            <a:r>
              <a:t>Inqaz AI: Emergency Rescue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Vision &amp; Image Processing Final Project</a:t>
            </a:r>
          </a:p>
          <a:p>
            <a:r>
              <a:t>Shorouk Academy (SUT)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Objective: Build an end-to-end Computer Vision pipeline to automatically detect car crashes from images.</a:t>
            </a:r>
          </a:p>
          <a:p>
            <a:pPr>
              <a:defRPr sz="2000"/>
            </a:pPr>
            <a:r>
              <a:t>Goal: Simulate automated emergency alerts to the Ministry of Interior (122) and Ambulance (123).</a:t>
            </a:r>
          </a:p>
          <a:p>
            <a:pPr>
              <a:defRPr sz="2000"/>
            </a:pPr>
            <a:r>
              <a:t>Requirements Met: Real dataset, full preprocessing, custom CNN, manual transfer learning, strict evaluation, and a working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Dataset Collection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 Source: Kaggle (no built-in libraries used).</a:t>
            </a:r>
          </a:p>
          <a:p>
            <a:pPr>
              <a:defRPr sz="2000"/>
            </a:pPr>
            <a:r>
              <a:t>Size: 3,000 real images.</a:t>
            </a:r>
          </a:p>
          <a:p>
            <a:pPr>
              <a:defRPr sz="2000"/>
            </a:pPr>
            <a:r>
              <a:t>Classes: Crash (Class 0) vs Normal Traffic (Class 1).</a:t>
            </a:r>
          </a:p>
          <a:p>
            <a:pPr>
              <a:defRPr sz="2000"/>
            </a:pPr>
            <a:r>
              <a:t>Validation: Verified raw image integrity to ensure the model learns true features (crumpled metal, accidents) rather than dataset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Resizing: Uniform 224x224 pixels for CNN and MobileNetV2 compatibility.</a:t>
            </a:r>
          </a:p>
          <a:p>
            <a:pPr>
              <a:defRPr sz="2000"/>
            </a:pPr>
            <a:r>
              <a:t>Normalization: Scaled pixel values to [-1.0, 1.0] using tf.keras.layers.Rescaling.</a:t>
            </a:r>
          </a:p>
          <a:p>
            <a:pPr>
              <a:defRPr sz="2000"/>
            </a:pPr>
            <a:r>
              <a:t>Augmentation: Applied Random Flip, 20% Rotation, and 20% Zoom to training data to prevent overfitting.</a:t>
            </a:r>
          </a:p>
          <a:p>
            <a:pPr>
              <a:defRPr sz="2000"/>
            </a:pPr>
            <a:r>
              <a:t>Splitting: 70% Train (2,100), 15% Val (450), 15% Test (450).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Model 1: Custom Scratch 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Architecture: 4 Convolutional Blocks (Conv2D -&gt; BatchNorm -&gt; ReLU -&gt; MaxPooling).</a:t>
            </a:r>
          </a:p>
          <a:p>
            <a:pPr>
              <a:defRPr sz="2000"/>
            </a:pPr>
            <a:r>
              <a:t>Head: Flatten -&gt; Dense(128) + Dropout -&gt; Dense(1) Sigmoid.</a:t>
            </a:r>
          </a:p>
          <a:p>
            <a:pPr>
              <a:defRPr sz="2000"/>
            </a:pPr>
            <a:r>
              <a:t>Parameters: ~2.5 Million.</a:t>
            </a:r>
          </a:p>
          <a:p>
            <a:pPr>
              <a:defRPr sz="2000"/>
            </a:pPr>
            <a:r>
              <a:t>Performance: Struggled with the complexity of real-world dashcam images, achieving 63%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Model 2: Transfer Learning (MobileNetV2)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Backbone: MobileNetV2 (ImageNet weights, include_top=False).</a:t>
            </a:r>
          </a:p>
          <a:p>
            <a:pPr>
              <a:defRPr sz="2000"/>
            </a:pPr>
            <a:r>
              <a:t>Architecture Upgrade: Replaced Flatten() with GlobalAveragePooling2D().</a:t>
            </a:r>
          </a:p>
          <a:p>
            <a:pPr>
              <a:defRPr sz="2000"/>
            </a:pPr>
            <a:r>
              <a:t>Impact: Reduced parameters from ~16 million to ~1,280, effectively preventing overfitting.</a:t>
            </a:r>
          </a:p>
          <a:p>
            <a:pPr>
              <a:defRPr sz="2000"/>
            </a:pPr>
            <a:r>
              <a:t>Custom Head: GlobalAveragePooling -&gt; Dense(256) -&gt; Dense(128) -&gt; Sigmoid.</a:t>
            </a:r>
          </a:p>
          <a:p>
            <a:pPr>
              <a:defRPr sz="2000"/>
            </a:pPr>
            <a:r>
              <a:t>Training: 2-Phase Fine-Tuning (Frozen base -&gt; Unfroze top 20 layers).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Evaluation &amp;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Scratch CNN Test Accuracy: 63%</a:t>
            </a:r>
          </a:p>
          <a:p>
            <a:pPr>
              <a:defRPr sz="2000"/>
            </a:pPr>
            <a:r>
              <a:t>Transfer Learning Test Accuracy: 68%</a:t>
            </a:r>
          </a:p>
          <a:p>
            <a:pPr>
              <a:defRPr sz="2000"/>
            </a:pPr>
            <a:r>
              <a:t>Crash F1-Score: 0.62 (Scratch) vs 0.68 (Transfer Learning)</a:t>
            </a:r>
          </a:p>
          <a:p>
            <a:pPr>
              <a:defRPr sz="2000"/>
            </a:pPr>
            <a:r>
              <a:t>Conclusion: MobileNetV2 significantly outperformed the custom model due to its pre-trained feature extraction capabilities and optimized pooling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Confusion Matrices</a:t>
            </a:r>
          </a:p>
        </p:txBody>
      </p:sp>
      <p:pic>
        <p:nvPicPr>
          <p:cNvPr id="3" name="Picture 2" descr="Scratch_CN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Scratch CNN</a:t>
            </a:r>
          </a:p>
        </p:txBody>
      </p:sp>
      <p:pic>
        <p:nvPicPr>
          <p:cNvPr id="5" name="Picture 4" descr="Transfer_Learning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304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5486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Transfer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ROC &amp; AUC Curves</a:t>
            </a:r>
          </a:p>
        </p:txBody>
      </p:sp>
      <p:pic>
        <p:nvPicPr>
          <p:cNvPr id="3" name="Picture 2" descr="Scratch_CNN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Scratch CNN</a:t>
            </a:r>
          </a:p>
        </p:txBody>
      </p:sp>
      <p:pic>
        <p:nvPicPr>
          <p:cNvPr id="5" name="Picture 4" descr="Transfer_Learning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304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5486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Transfer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Deployment (Bonus Phase)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Platform: Deployed as a web application using Streamlit.</a:t>
            </a:r>
          </a:p>
          <a:p>
            <a:pPr>
              <a:defRPr sz="2000"/>
            </a:pPr>
            <a:r>
              <a:t>Functionality: Accepts image uploads, applies exact [-1, 1] preprocessing, and runs inference.</a:t>
            </a:r>
          </a:p>
          <a:p>
            <a:pPr>
              <a:defRPr sz="2000"/>
            </a:pPr>
            <a:r>
              <a:t>Output: Displays crash confidence percentage and simulates emergency dispatches.</a:t>
            </a:r>
          </a:p>
          <a:p>
            <a:pPr>
              <a:defRPr sz="2000"/>
            </a:pPr>
            <a:r>
              <a:t>Status: Fully operational on localhost.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8B0000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